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37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68512" y="0"/>
            <a:ext cx="54864" cy="685800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Barlow Condensed"/>
              </a:rPr>
              <a:t>Presentation Title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B0B8D4"/>
                </a:solidFill>
                <a:latin typeface="Inter"/>
              </a:rPr>
              <a:t>Subtitle or project name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77840"/>
            <a:ext cx="4572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89A"/>
                </a:solidFill>
                <a:latin typeface="Inter"/>
              </a:rPr>
              <a:t>DATE  ·  AUTHOR  ·  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79992" y="2834640"/>
            <a:ext cx="2560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Barlow Condensed"/>
              </a:rPr>
              <a:t>techbold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9992" y="35661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9098B8"/>
                </a:solidFill>
                <a:latin typeface="Inter"/>
              </a:rPr>
              <a:t>die Extrameile ist unser Standard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91840" y="0"/>
            <a:ext cx="54864" cy="685800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AGENDA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9098B8"/>
                </a:solidFill>
                <a:latin typeface="Inter"/>
              </a:rPr>
              <a:t>Today's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005840"/>
            <a:ext cx="731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CB514"/>
                </a:solidFill>
                <a:latin typeface="Barlow Condense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1999" y="1078992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73652"/>
                </a:solidFill>
                <a:latin typeface="Inter"/>
              </a:rPr>
              <a:t>Introduction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755648"/>
            <a:ext cx="7863840" cy="9525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20240"/>
            <a:ext cx="731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CB514"/>
                </a:solidFill>
                <a:latin typeface="Barlow Condense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1993392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62B4B"/>
                </a:solidFill>
                <a:latin typeface="Inter"/>
              </a:rPr>
              <a:t>Current State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2670048"/>
            <a:ext cx="7863840" cy="9525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834640"/>
            <a:ext cx="731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CB514"/>
                </a:solidFill>
                <a:latin typeface="Barlow Condense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907792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62B4B"/>
                </a:solidFill>
                <a:latin typeface="Inter"/>
              </a:rPr>
              <a:t>Proposed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39" y="3584448"/>
            <a:ext cx="7863840" cy="9525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749040"/>
            <a:ext cx="731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CB514"/>
                </a:solidFill>
                <a:latin typeface="Barlow Condense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822192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62B4B"/>
                </a:solidFill>
                <a:latin typeface="Inter"/>
              </a:rPr>
              <a:t>Implementation Roadmap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4498848"/>
            <a:ext cx="7863840" cy="9525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4663440"/>
            <a:ext cx="731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CB514"/>
                </a:solidFill>
                <a:latin typeface="Barlow Condense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4736592"/>
            <a:ext cx="7132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62B4B"/>
                </a:solidFill>
                <a:latin typeface="Inter"/>
              </a:rPr>
              <a:t>Q &amp;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2560320"/>
            <a:ext cx="822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CB514"/>
                </a:solidFill>
                <a:latin typeface="Barlow Condense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62B4B"/>
                </a:solidFill>
                <a:latin typeface="Inter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9456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262B4B"/>
                </a:solidFill>
                <a:latin typeface="Barlow Condensed"/>
              </a:rPr>
              <a:t>Section Heading
Goes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144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rlow Condensed"/>
              </a:rPr>
              <a:t>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45752" y="347472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0789A"/>
                </a:solidFill>
                <a:latin typeface="Inter"/>
              </a:rPr>
              <a:t>SECTION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62B4B"/>
                </a:solidFill>
                <a:latin typeface="Inter"/>
              </a:rPr>
              <a:t>Body text goes here. Keep lines to 65–72 characters for readability. Body is Inter Regular 16pt on warm-surface background.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500" b="0" i="0">
                <a:solidFill>
                  <a:srgbClr val="373652"/>
                </a:solidFill>
                <a:latin typeface="Inter"/>
              </a:rPr>
              <a:t>• Bullet point one with supporting detail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500" b="0" i="0">
                <a:solidFill>
                  <a:srgbClr val="373652"/>
                </a:solidFill>
                <a:latin typeface="Inter"/>
              </a:rPr>
              <a:t>• Bullet point two with supporting detail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500" b="0" i="0">
                <a:solidFill>
                  <a:srgbClr val="373652"/>
                </a:solidFill>
                <a:latin typeface="Inter"/>
              </a:rPr>
              <a:t>• Bullet point three with supporting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4552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Inter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9144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Barlow Condensed"/>
              </a:rPr>
              <a:t>Two-Column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31536" cy="534924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431536" cy="50292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82896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1" i="0">
                <a:solidFill>
                  <a:srgbClr val="FCB514"/>
                </a:solidFill>
                <a:latin typeface="Barlow Condensed"/>
              </a:rPr>
              <a:t>Key Point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Inter"/>
              </a:rPr>
              <a:t>Supporting text or metric. Keep it short and impactful. Use this column for the key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1463040"/>
            <a:ext cx="543153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62B4B"/>
                </a:solidFill>
                <a:latin typeface="Inter"/>
              </a:rPr>
              <a:t>Detail heading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 i="0">
                <a:solidFill>
                  <a:srgbClr val="373652"/>
                </a:solidFill>
                <a:latin typeface="Inter"/>
              </a:rPr>
              <a:t>• Supporting detail one that elaborates on the key point.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 i="0">
                <a:solidFill>
                  <a:srgbClr val="373652"/>
                </a:solidFill>
                <a:latin typeface="Inter"/>
              </a:rPr>
              <a:t>• Supporting detail two with additional context or data.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00" b="0" i="0">
                <a:solidFill>
                  <a:srgbClr val="373652"/>
                </a:solidFill>
                <a:latin typeface="Inter"/>
              </a:rPr>
              <a:t>• Supporting detail three closing the argument.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Barlow Condensed"/>
              </a:rPr>
              <a:t>Key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514344" cy="4114800"/>
          </a:xfrm>
          <a:prstGeom prst="rect">
            <a:avLst/>
          </a:prstGeom>
          <a:solidFill>
            <a:srgbClr val="37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514344" cy="50292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2965704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CB514"/>
                </a:solidFill>
                <a:latin typeface="Barlow Condensed"/>
              </a:rPr>
              <a:t>170+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6570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7CF42"/>
                </a:solidFill>
                <a:latin typeface="Inter"/>
              </a:rPr>
              <a:t>IT SPECIALISTS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296570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0B8D4"/>
                </a:solidFill>
                <a:latin typeface="Inter"/>
              </a:rPr>
              <a:t>Dedicated technicians
across all service areas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280160"/>
            <a:ext cx="3514344" cy="4114800"/>
          </a:xfrm>
          <a:prstGeom prst="rect">
            <a:avLst/>
          </a:prstGeom>
          <a:solidFill>
            <a:srgbClr val="37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7304" y="1280160"/>
            <a:ext cx="3514344" cy="50292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1624" y="1645920"/>
            <a:ext cx="2965704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CB514"/>
                </a:solidFill>
                <a:latin typeface="Barlow Condensed"/>
              </a:rPr>
              <a:t>1,200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971800"/>
            <a:ext cx="296570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7CF42"/>
                </a:solidFill>
                <a:latin typeface="Inter"/>
              </a:rPr>
              <a:t>CUSTOMERS 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3520440"/>
            <a:ext cx="296570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0B8D4"/>
                </a:solidFill>
                <a:latin typeface="Inter"/>
              </a:rPr>
              <a:t>Spanning 27 industries
and counting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280160"/>
            <a:ext cx="3514344" cy="4114800"/>
          </a:xfrm>
          <a:prstGeom prst="rect">
            <a:avLst/>
          </a:prstGeom>
          <a:solidFill>
            <a:srgbClr val="37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5968" y="1280160"/>
            <a:ext cx="3514344" cy="50292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0288" y="1645920"/>
            <a:ext cx="2965704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CB514"/>
                </a:solidFill>
                <a:latin typeface="Barlow Condensed"/>
              </a:rPr>
              <a:t>4.68 /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971800"/>
            <a:ext cx="296570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7CF42"/>
                </a:solidFill>
                <a:latin typeface="Inter"/>
              </a:rPr>
              <a:t>SATISFACTION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3520440"/>
            <a:ext cx="296570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0B8D4"/>
                </a:solidFill>
                <a:latin typeface="Inter"/>
              </a:rPr>
              <a:t>Based on last 12 months
of service feedback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 i="0">
                <a:solidFill>
                  <a:srgbClr val="FCB514"/>
                </a:solidFill>
                <a:latin typeface="Barlow Condensed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4000" b="1" i="0">
                <a:solidFill>
                  <a:srgbClr val="FFFFFF"/>
                </a:solidFill>
                <a:latin typeface="Barlow Condensed"/>
              </a:rPr>
              <a:t>Die Extrameile ist unser Standard.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098B8"/>
                </a:solidFill>
                <a:latin typeface="Inter"/>
              </a:rPr>
              <a:t>— techbold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6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Barlow Condensed"/>
              </a:rPr>
              <a:t>techbold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49039"/>
            <a:ext cx="5029200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9098B8"/>
                </a:solidFill>
                <a:latin typeface="Inter"/>
              </a:rPr>
              <a:t>die Extrameile ist unser Standard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486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0B8D4"/>
                </a:solidFill>
                <a:latin typeface="Inter"/>
              </a:rPr>
              <a:t>www.techbold.at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0B8D4"/>
                </a:solidFill>
                <a:latin typeface="Inter"/>
              </a:rPr>
              <a:t>+43 59 555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CB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